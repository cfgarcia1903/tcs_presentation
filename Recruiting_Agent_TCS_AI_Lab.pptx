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09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 · AI AGENT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12344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</a:t>
            </a:r>
            <a:r>
              <a:rPr lang="en-US" sz="5400" b="1" dirty="0">
                <a:solidFill>
                  <a:srgbClr val="00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built to read documents and turn them into clear, structured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367028" cy="40233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3566160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3383280"/>
            <a:ext cx="1001268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08276" y="3383280"/>
            <a:ext cx="1243584" cy="40233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2868" y="3566160"/>
            <a:ext cx="82296" cy="82296"/>
          </a:xfrm>
          <a:prstGeom prst="ellipse">
            <a:avLst/>
          </a:prstGeom>
          <a:solidFill>
            <a:srgbClr val="2F80FF"/>
          </a:solidFill>
          <a:ln/>
        </p:spPr>
      </p:sp>
      <p:sp>
        <p:nvSpPr>
          <p:cNvPr id="10" name="Text 8"/>
          <p:cNvSpPr/>
          <p:nvPr/>
        </p:nvSpPr>
        <p:spPr>
          <a:xfrm>
            <a:off x="2500884" y="3383280"/>
            <a:ext cx="877824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3028" y="3383280"/>
            <a:ext cx="2231136" cy="402336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7620" y="3566160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945636" y="3383280"/>
            <a:ext cx="186537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stack of documents to a clear, structured output.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749808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303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 </a:t>
            </a:r>
            <a:r>
              <a:rPr lang="en-US" sz="1300" b="1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Presentation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0" y="1234440"/>
            <a:ext cx="2743200" cy="4206240"/>
          </a:xfrm>
          <a:prstGeom prst="roundRect">
            <a:avLst>
              <a:gd name="adj" fmla="val 4667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1901952"/>
            <a:ext cx="256032" cy="256032"/>
          </a:xfrm>
          <a:prstGeom prst="ellipse">
            <a:avLst/>
          </a:prstGeom>
          <a:solidFill>
            <a:srgbClr val="2F80FF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6404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document (Inputs)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2185416"/>
            <a:ext cx="0" cy="566928"/>
          </a:xfrm>
          <a:prstGeom prst="line">
            <a:avLst/>
          </a:prstGeom>
          <a:noFill/>
          <a:ln w="12700">
            <a:solidFill>
              <a:srgbClr val="26324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098280" y="2779776"/>
            <a:ext cx="256032" cy="256032"/>
          </a:xfrm>
          <a:prstGeom prst="ellipse">
            <a:avLst/>
          </a:prstGeom>
          <a:solidFill>
            <a:srgbClr val="9B5CFF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64040" y="27523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reads &amp; extracts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226296" y="3063240"/>
            <a:ext cx="0" cy="566928"/>
          </a:xfrm>
          <a:prstGeom prst="line">
            <a:avLst/>
          </a:prstGeom>
          <a:noFill/>
          <a:ln w="12700">
            <a:solidFill>
              <a:srgbClr val="26324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098280" y="3657600"/>
            <a:ext cx="256032" cy="256032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8" name="Text 26"/>
          <p:cNvSpPr/>
          <p:nvPr/>
        </p:nvSpPr>
        <p:spPr>
          <a:xfrm>
            <a:off x="909828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64040" y="3630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against criteria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26296" y="3941064"/>
            <a:ext cx="0" cy="566928"/>
          </a:xfrm>
          <a:prstGeom prst="line">
            <a:avLst/>
          </a:prstGeom>
          <a:noFill/>
          <a:ln w="12700">
            <a:solidFill>
              <a:srgbClr val="26324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098280" y="4535424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4535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64040" y="4507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structured output</a:t>
            </a:r>
            <a:endParaRPr lang="en-US" sz="1150" dirty="0"/>
          </a:p>
        </p:txBody>
      </p:sp>
      <p:pic>
        <p:nvPicPr>
          <p:cNvPr id="34" name="Image 0" descr="t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713232" cy="30723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743200" y="6419088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AGENT · TCS AI PROJECT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1475720" y="635508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21A2E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475720" y="63550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applications, hard to compare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82880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195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often receive a large volume of applications, each with a different format, experience level and background. Reviewing every one in detail takes time — and it's easy to overlook a strong candidate or misjudge how well they actually fit the role.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 w="12700">
            <a:solidFill>
              <a:srgbClr val="00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0332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</a:t>
            </a:r>
            <a:r>
              <a:rPr lang="en-US" sz="15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reads every application, extracts experience level and role fit, and surfaces the strongest candidates — so recruiters decide faster and with more confidence.</a:t>
            </a:r>
            <a:endParaRPr lang="en-US" sz="1500" dirty="0"/>
          </a:p>
        </p:txBody>
      </p:sp>
      <p:pic>
        <p:nvPicPr>
          <p:cNvPr id="10" name="Image 0" descr="t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713232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6419088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AGENT · TCS AI PROJECT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475720" y="635508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21A2E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75720" y="63550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AGENT SOLVES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 to a working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phases, from problem to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365760" cy="365760"/>
          </a:xfrm>
          <a:prstGeom prst="ellipse">
            <a:avLst/>
          </a:prstGeom>
          <a:solidFill>
            <a:srgbClr val="2F80F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9933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2103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19272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965960"/>
            <a:ext cx="365760" cy="365760"/>
          </a:xfrm>
          <a:prstGeom prst="ellipse">
            <a:avLst/>
          </a:prstGeom>
          <a:solidFill>
            <a:srgbClr val="9B5C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05072" y="19933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20440" y="2487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model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79592" y="2103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89904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1965960"/>
            <a:ext cx="365760" cy="36576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75704" y="19933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91072" y="2487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50224" y="2103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860536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61704" y="196596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9061704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46336" y="19933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61704" y="2487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&amp; learn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MODEL — HOW APPLICATIONS BECOME A SHORTLIST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5875">
            <a:solidFill>
              <a:srgbClr val="AEB8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0080" y="4343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44952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319272" y="3657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5875">
            <a:solidFill>
              <a:srgbClr val="00D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410712" y="4343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+ extract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15584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089904" y="3657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5875">
            <a:solidFill>
              <a:srgbClr val="9B5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181344" y="4343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vs.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requirements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86216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8860536" y="3657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0536" y="38221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951976" y="4343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ranking cites the experience or qualification behind it — no black-box scoring.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56235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(brief): </a:t>
            </a:r>
            <a:r>
              <a:rPr lang="en-US" sz="115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coding (Claude Code, Codex, Copilot) on a free-tier reading, matching and delivery stack — detail available on request.</a:t>
            </a:r>
            <a:endParaRPr lang="en-US" sz="1150" dirty="0"/>
          </a:p>
        </p:txBody>
      </p:sp>
      <p:pic>
        <p:nvPicPr>
          <p:cNvPr id="46" name="Image 0" descr="t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713232" cy="307238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2743200" y="6419088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AGENT · TCS AI PROJECT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1475720" y="635508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21A2E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475720" y="63550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changes, and 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724912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shortlists, fewer strong candidates overlooked — recruiters focus on the best fits.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1144" y="1828800"/>
            <a:ext cx="365760" cy="365760"/>
          </a:xfrm>
          <a:prstGeom prst="ellipse">
            <a:avLst/>
          </a:prstGeom>
          <a:solidFill>
            <a:srgbClr val="2F80FF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Solidity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2724912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demo, not a mockup — every score cites its source.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E1424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7616" y="1828800"/>
            <a:ext cx="365760" cy="365760"/>
          </a:xfrm>
          <a:prstGeom prst="ellipse">
            <a:avLst/>
          </a:prstGeom>
          <a:solidFill>
            <a:srgbClr val="9B5C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2724912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candidate data, private repo, free-tier only — ready for a supervised pilot.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0F2A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64515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the agent with real applications and measure time saved, quality of shortlist, and recruiter confidence.</a:t>
            </a:r>
            <a:endParaRPr lang="en-US" sz="1500" dirty="0"/>
          </a:p>
        </p:txBody>
      </p:sp>
      <p:pic>
        <p:nvPicPr>
          <p:cNvPr id="19" name="Image 0" descr="t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713232" cy="30723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743200" y="6419088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AGENT · TCS AI PROJECT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1475720" y="635508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121A2E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75720" y="63550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384</Words>
  <Application>Microsoft Office PowerPoint</Application>
  <PresentationFormat>Panorámica</PresentationFormat>
  <Paragraphs>82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.T</cp:lastModifiedBy>
  <cp:revision>3</cp:revision>
  <dcterms:created xsi:type="dcterms:W3CDTF">2026-08-11T01:11:40Z</dcterms:created>
  <dcterms:modified xsi:type="dcterms:W3CDTF">2026-08-11T01:15:25Z</dcterms:modified>
</cp:coreProperties>
</file>